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024128" cy="118872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63093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 riaperto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mia tesi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anni dopo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5989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R a Python, usando l’AI come sparring partner per rivedere codice, metodo e risultati.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2468880" cy="3200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C7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Store · ML · Imbalanced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5632704"/>
            <a:ext cx="525780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230368"/>
            <a:ext cx="804672" cy="804672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5230368"/>
            <a:ext cx="804672" cy="804672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5230368"/>
            <a:ext cx="804672" cy="8046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6199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2021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05272" y="6199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7086600"/>
            <a:ext cx="6217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esercizio nel tempo libero: non “vendere” un modello, ma capire cosa rifarei diversamente oggi.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rifarla oggi?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per cambiare il passato. Per fare domande migliori.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32688" y="3017520"/>
            <a:ext cx="5394960" cy="0"/>
          </a:xfrm>
          <a:prstGeom prst="line">
            <a:avLst/>
          </a:prstGeom>
          <a:noFill/>
          <a:ln w="2794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79192"/>
            <a:ext cx="676656" cy="67665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Tesi in 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scelta quasi “di sfida”: continuare quanto iniziato in triennale e usare uno strumento non visto negli esami.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88920" y="2679192"/>
            <a:ext cx="676656" cy="676656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6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2022–25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/ Functional Analyst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percorso lavorativo mi porta più su requisiti, processi, sistemi e stakeholder che sullo sviluppo ML puro.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983480" y="2679192"/>
            <a:ext cx="676656" cy="67665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+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Riapro dataset e script con più esperienza, più attenzione alla data visualization e nuovi strumenti di review.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6949440"/>
            <a:ext cx="5852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L’AI non “ha fatto il lavoro al posto mio”: mi ha aiutato a rileggere criticamente codice e metodologia.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problema era raro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Prevedere acquisto / non acquisto nelle sessioni Google Store.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sessioni nel campione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61488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61488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sessioni con acquisto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56048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positiva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Distribuzione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59436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4297680"/>
            <a:ext cx="82296" cy="4114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828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98,7% non acquisto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06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E6C4D"/>
                </a:solidFill>
              </a:rPr>
              <a:t>1,3% acquisto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58521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trappola: anche un modello inutile supera il 98% di accuracy se predice sempre “non acquisto”.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48840" y="7406640"/>
            <a:ext cx="3017520" cy="329184"/>
          </a:xfrm>
          <a:prstGeom prst="rect">
            <a:avLst/>
          </a:prstGeom>
          <a:solidFill>
            <a:srgbClr val="EE6C4D"/>
          </a:solidFill>
          <a:ln>
            <a:solidFill>
              <a:srgbClr val="EE6C4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≠ modello utile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Riaprire il codice è stato utile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solo conversione: code review, metodo e riproducibilità.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219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81328" y="2039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dicotomizzata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40487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Descritta nella tesi, ma assente dagli script salvati.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512064" cy="512064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3931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81328" y="3456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Colonne per posizione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81328" y="382219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Alcuni riferimenti tipo [,10] non puntano alla target nel dataframe ricostruito.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512064" cy="512064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5663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81328" y="4873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Balancing &amp; ROC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1328" y="523951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SMOTE/ROSE/MWMOTE e curve ROC avevano passaggi da rendere più robusti.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6784848"/>
            <a:ext cx="58064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cosa positiva: le conclusioni centrali della tesi non vengono demolite. Si capisce meglio il perimetro del problema.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conclusione 2021 regge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dataset sbilanciati, il balancing aumenta la sensitivity ma riduce la precision.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 del balancing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Dopo il balancing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5303520" cy="-411480"/>
          </a:xfrm>
          <a:prstGeom prst="line">
            <a:avLst/>
          </a:prstGeom>
          <a:noFill/>
          <a:ln w="50800">
            <a:solidFill>
              <a:srgbClr val="2E4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4425696"/>
            <a:ext cx="640080" cy="658368"/>
          </a:xfrm>
          <a:prstGeom prst="triangl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90672"/>
            <a:ext cx="2103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Sensitivity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↑ fino a ~98%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4526280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più falsi positivi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080760"/>
            <a:ext cx="5806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è “bene” o “male”: dipende dal costo di perdere un acquisto rispetto al costo di inseguire falsi positivi.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7424928"/>
            <a:ext cx="3474720" cy="329184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metrica deve seguire il problema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domanda nuova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Stiamo classificando una sessione completa o prevedendo in anticipo?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Session-complete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97680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Early-session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233172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source → pageviews → hits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4892040"/>
            <a:ext cx="2560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Uso anche segnali accumulati durante la sessione.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3840480"/>
            <a:ext cx="233172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source → device → time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05072" y="4892040"/>
            <a:ext cx="2651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Uso solo informazioni disponibili prima della conclusione.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537960"/>
            <a:ext cx="5852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Questa distinzione cambia completamente il significato del modello.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differenza si vede nei numeri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sul temporal holdout: più severa e utile con eventi rari.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671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complete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2423160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23160"/>
            <a:ext cx="4381073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953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complete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3209544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09544"/>
            <a:ext cx="3915827" cy="2926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31729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37398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early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" y="3995928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995928"/>
            <a:ext cx="1618671" cy="292608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39593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45262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early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4782312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782312"/>
            <a:ext cx="348935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47457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53126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5568696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568696"/>
            <a:ext cx="145390" cy="292608"/>
          </a:xfrm>
          <a:prstGeom prst="rect">
            <a:avLst/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5532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6903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significa?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7269480"/>
            <a:ext cx="5806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hits/pageviews il modello discrimina molto bene. Senza, il problema diventa molto più difficile; le feature qualitative recuperano parte dell’informazione.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mi porto a casa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valore non è “aver rifatto la tesi”. È averla guardata con occhi diversi.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093976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domanda conta più dell’algoritmo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136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6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308152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L’accuracy può raccontare una storia comoda, ma incompleta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4069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visualization = ponte tra dati, metodo e stakeholder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1114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5056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L’AI è utile quando aiuta a dubitare meglio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6720840"/>
            <a:ext cx="58064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un progetto “perfetto”. Un esercizio personale per rivedere un vecchio lavoro, ritrovare curiosità e trasformare codice in una storia più chiara.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Personal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Revisited — LinkedIn Carousel</dc:title>
  <dc:subject>Revisiting a 2021 thesis in Python</dc:subject>
  <dc:creator>Michael Palmas</dc:creator>
  <cp:lastModifiedBy>Michael Palmas</cp:lastModifiedBy>
  <cp:revision>1</cp:revision>
  <dcterms:created xsi:type="dcterms:W3CDTF">2026-08-24T21:21:00Z</dcterms:created>
  <dcterms:modified xsi:type="dcterms:W3CDTF">2026-08-24T21:21:00Z</dcterms:modified>
</cp:coreProperties>
</file>